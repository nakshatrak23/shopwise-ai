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62" r:id="rId9"/>
    <p:sldId id="264" r:id="rId10"/>
    <p:sldId id="277" r:id="rId11"/>
    <p:sldId id="286" r:id="rId12"/>
    <p:sldId id="287" r:id="rId13"/>
    <p:sldId id="280" r:id="rId14"/>
    <p:sldId id="288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CDCB8-E336-06C9-9BC1-C212CD122CD0}" v="1" dt="2026-06-23T04:41:50.19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16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b="1" dirty="0"/>
              <a:t>E-Commerce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Intelligent Shopping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04527-0739-4E21-4A97-01D43663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366" y="3598606"/>
            <a:ext cx="824578" cy="11000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b="1" dirty="0"/>
              <a:t>Intelligent Shopping Agent </a:t>
            </a:r>
            <a:endParaRPr lang="en-US" b="1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Shoppers today face an overload of product options, scattered reviews, and dynamic pricing across e-commerce platforms. Finding the right product that balances price, quality, and personal preferences is time-consuming and frustrating. Traditional recommendation systems often fail to capture real-time trends, personalized needs, or contextual factors like urgency, budget, or sustainability. The challenge is not just to recommend products but to act as a smart shopping companion that helps buyers make informed and confident decisions. 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Build an agentic AI shopping assistant that provides intelligent, personalized, and real-time support.</a:t>
            </a:r>
          </a:p>
          <a:p>
            <a:pPr fontAlgn="base"/>
            <a:r>
              <a:rPr lang="en-US" dirty="0"/>
              <a:t>The solution should: </a:t>
            </a:r>
          </a:p>
          <a:p>
            <a:pPr marL="342900" indent="-342900" fontAlgn="base">
              <a:buAutoNum type="arabicPeriod"/>
            </a:pPr>
            <a:r>
              <a:rPr lang="en-US" b="1" dirty="0"/>
              <a:t>Fuse Multisource Data</a:t>
            </a:r>
            <a:r>
              <a:rPr lang="en-US" dirty="0"/>
              <a:t>: Aggregate product details, reviews, ratings, and price comparisons across multiple e-commerce sites into unified insights. </a:t>
            </a:r>
          </a:p>
          <a:p>
            <a:pPr marL="342900" indent="-342900" fontAlgn="base">
              <a:buAutoNum type="arabicPeriod"/>
            </a:pPr>
            <a:r>
              <a:rPr lang="en-US" b="1" dirty="0"/>
              <a:t>Enable Multimodal Search:</a:t>
            </a:r>
            <a:r>
              <a:rPr lang="en-US" dirty="0"/>
              <a:t> Allow users to input voice queries, images (e.g., a photo of a product), or text descriptions to find best-matching products. </a:t>
            </a:r>
          </a:p>
          <a:p>
            <a:pPr marL="342900" indent="-342900" fontAlgn="base">
              <a:buAutoNum type="arabicPeriod"/>
            </a:pPr>
            <a:r>
              <a:rPr lang="en-US" b="1" dirty="0"/>
              <a:t>Create a Predictive &amp; Agentic Layer: </a:t>
            </a:r>
            <a:r>
              <a:rPr lang="en-US" dirty="0"/>
              <a:t>Suggest purchase timing (e.g., discounts, seasonal offers), recommend alternatives, and alert users about price drops or fake reviews.</a:t>
            </a:r>
          </a:p>
          <a:p>
            <a:pPr marL="342900" indent="-342900" fontAlgn="base">
              <a:buAutoNum type="arabicPeriod"/>
            </a:pPr>
            <a:r>
              <a:rPr lang="en-US" b="1" dirty="0"/>
              <a:t>Visualize Smart Shopping Pulse</a:t>
            </a:r>
            <a:r>
              <a:rPr lang="en-US" dirty="0"/>
              <a:t>: Provide a dashboard summarizing comparisons, sustainability scores, trending products, and personalized shopping lists.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1" y="1234440"/>
            <a:ext cx="113630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propose </a:t>
            </a:r>
            <a:r>
              <a:rPr lang="en-US" sz="1600" b="1" dirty="0" err="1"/>
              <a:t>ShopWise</a:t>
            </a:r>
            <a:r>
              <a:rPr lang="en-US" sz="1600" b="1" dirty="0"/>
              <a:t> AI</a:t>
            </a:r>
            <a:r>
              <a:rPr lang="en-US" sz="1600" dirty="0"/>
              <a:t>, an </a:t>
            </a:r>
            <a:r>
              <a:rPr lang="en-US" sz="1600" b="1" dirty="0"/>
              <a:t>AI-powered Agentic Shopping Assistant</a:t>
            </a:r>
            <a:r>
              <a:rPr lang="en-US" sz="1600" dirty="0"/>
              <a:t> built using </a:t>
            </a:r>
            <a:r>
              <a:rPr lang="en-US" sz="1600" b="1" dirty="0"/>
              <a:t>IBM </a:t>
            </a:r>
            <a:r>
              <a:rPr lang="en-US" sz="1600" b="1" dirty="0" err="1"/>
              <a:t>Langflow</a:t>
            </a:r>
            <a:r>
              <a:rPr lang="en-US" sz="1600" b="1" dirty="0"/>
              <a:t>/IBM Orchestrate</a:t>
            </a:r>
            <a:r>
              <a:rPr lang="en-US" sz="1600" dirty="0"/>
              <a:t> and </a:t>
            </a:r>
            <a:r>
              <a:rPr lang="en-US" sz="1600" b="1" dirty="0"/>
              <a:t>IBM Foundation Models</a:t>
            </a:r>
            <a:r>
              <a:rPr lang="en-US" sz="1600" dirty="0"/>
              <a:t> to deliver </a:t>
            </a:r>
            <a:r>
              <a:rPr lang="en-US" sz="1600" b="1" dirty="0"/>
              <a:t>personalized, data-driven shopping recommendations</a:t>
            </a:r>
            <a:r>
              <a:rPr lang="en-US" sz="1600" dirty="0"/>
              <a:t>. The solution aggregates </a:t>
            </a:r>
            <a:r>
              <a:rPr lang="en-US" sz="1600" b="1" dirty="0"/>
              <a:t>product details, reviews, ratings, prices, and availability from multiple trusted sources</a:t>
            </a:r>
            <a:r>
              <a:rPr lang="en-US" sz="1600" dirty="0"/>
              <a:t>, providing users with a unified view for easy comparison.</a:t>
            </a:r>
          </a:p>
          <a:p>
            <a:r>
              <a:rPr lang="en-US" sz="1600" dirty="0"/>
              <a:t>The agent understands </a:t>
            </a:r>
            <a:r>
              <a:rPr lang="en-US" sz="1600" b="1" dirty="0"/>
              <a:t>user preferences such as budget, preferred brands, product category, and shopping intent</a:t>
            </a:r>
            <a:r>
              <a:rPr lang="en-US" sz="1600" dirty="0"/>
              <a:t> to recommend the most suitable products. It also supports </a:t>
            </a:r>
            <a:r>
              <a:rPr lang="en-US" sz="1600" b="1" dirty="0"/>
              <a:t>multimodal search through text, voice, and images</a:t>
            </a:r>
            <a:r>
              <a:rPr lang="en-US" sz="1600" dirty="0"/>
              <a:t>, enabling users to identify products, discover similar alternatives, and compare options effortlessly.</a:t>
            </a:r>
          </a:p>
          <a:p>
            <a:endParaRPr lang="en-US" sz="1600" dirty="0"/>
          </a:p>
          <a:p>
            <a:r>
              <a:rPr lang="en-US" sz="1600" dirty="0"/>
              <a:t>Additionally, </a:t>
            </a:r>
            <a:r>
              <a:rPr lang="en-US" sz="1600" b="1" dirty="0" err="1"/>
              <a:t>ShopWise</a:t>
            </a:r>
            <a:r>
              <a:rPr lang="en-US" sz="1600" b="1" dirty="0"/>
              <a:t> AI</a:t>
            </a:r>
            <a:r>
              <a:rPr lang="en-US" sz="1600" dirty="0"/>
              <a:t> leverages </a:t>
            </a:r>
            <a:r>
              <a:rPr lang="en-US" sz="1600" b="1" dirty="0"/>
              <a:t>AI-driven insights</a:t>
            </a:r>
            <a:r>
              <a:rPr lang="en-US" sz="1600" dirty="0"/>
              <a:t> to analyze customer reviews, identify key product strengths and weaknesses, detect potentially fake reviews, and recommend products that offer the best balance between </a:t>
            </a:r>
            <a:r>
              <a:rPr lang="en-US" sz="1600" b="1" dirty="0"/>
              <a:t>price, quality, and performance</a:t>
            </a:r>
            <a:r>
              <a:rPr lang="en-US" sz="1600" dirty="0"/>
              <a:t>. It also provides </a:t>
            </a:r>
            <a:r>
              <a:rPr lang="en-US" sz="1600" b="1" dirty="0"/>
              <a:t>real-time price comparisons</a:t>
            </a:r>
            <a:r>
              <a:rPr lang="en-US" sz="1600" dirty="0"/>
              <a:t>, suggests suitable alternatives when products are unavailable or exceed the user's budget, and helps users make cost-effective purchasing decisions.</a:t>
            </a:r>
          </a:p>
          <a:p>
            <a:endParaRPr lang="en-US" sz="1600" dirty="0"/>
          </a:p>
          <a:p>
            <a:r>
              <a:rPr lang="en-US" sz="1600" dirty="0"/>
              <a:t>To further enhance the shopping experience, the assistant generates </a:t>
            </a:r>
            <a:r>
              <a:rPr lang="en-US" sz="1600" b="1" dirty="0"/>
              <a:t>personalized shopping lists</a:t>
            </a:r>
            <a:r>
              <a:rPr lang="en-US" sz="1600" dirty="0"/>
              <a:t>, recommends complementary products, and offers </a:t>
            </a:r>
            <a:r>
              <a:rPr lang="en-US" sz="1600" b="1" dirty="0"/>
              <a:t>predictive shopping insights</a:t>
            </a:r>
            <a:r>
              <a:rPr lang="en-US" sz="1600" dirty="0"/>
              <a:t>, such as the best time to purchase based on seasonal discounts and price trends. An </a:t>
            </a:r>
            <a:r>
              <a:rPr lang="en-US" sz="1600" b="1" dirty="0"/>
              <a:t>interactive dashboard</a:t>
            </a:r>
            <a:r>
              <a:rPr lang="en-US" sz="1600" dirty="0"/>
              <a:t> presents product comparisons, sustainability scores, trending products, and personalized recommendations in an intuitive format, enabling users to shop </a:t>
            </a:r>
            <a:r>
              <a:rPr lang="en-US" sz="1600" b="1" dirty="0"/>
              <a:t>smarter, faster, and with greater confidence</a:t>
            </a:r>
            <a:r>
              <a:rPr lang="en-US" sz="16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>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Cloud </a:t>
            </a:r>
            <a:r>
              <a:rPr lang="en-US" sz="1800"/>
              <a:t>– It provides the infrastructure to build, deploy, and scale the Nutrition Agent efficiently. IBM Cloud enables a </a:t>
            </a:r>
            <a:r>
              <a:rPr lang="en-US" sz="1800" b="1"/>
              <a:t>reliable, secure, and scalable environment</a:t>
            </a:r>
            <a:r>
              <a:rPr lang="en-US" sz="180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RAG– </a:t>
            </a:r>
            <a:r>
              <a:rPr lang="en-US" sz="1800"/>
              <a:t>RAG to </a:t>
            </a:r>
            <a:r>
              <a:rPr lang="en-US" sz="1800" b="1"/>
              <a:t>fetch real data first, then generate intelligent answers</a:t>
            </a:r>
            <a:r>
              <a:rPr lang="en-US" sz="180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Watsonx.ai - </a:t>
            </a:r>
            <a:r>
              <a:rPr lang="en-US" sz="180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/>
              <a:t>Vector Database </a:t>
            </a:r>
            <a:r>
              <a:rPr lang="en-IN" sz="1800"/>
              <a:t>(FAISS/Chroma) – For RAG-based nutritional data retrieval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component Used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r>
              <a:rPr lang="en-US" b="1"/>
              <a:t>1) Chat Input </a:t>
            </a:r>
            <a:r>
              <a:rPr lang="en-US"/>
              <a:t>– Interface where users enter their queries, preferences, or meal details (text/voice/image).</a:t>
            </a:r>
          </a:p>
          <a:p>
            <a:endParaRPr lang="en-US"/>
          </a:p>
          <a:p>
            <a:r>
              <a:rPr lang="en-US" b="1"/>
              <a:t>2) IBM </a:t>
            </a:r>
            <a:r>
              <a:rPr lang="en-US" b="1" err="1"/>
              <a:t>watsonx</a:t>
            </a:r>
            <a:r>
              <a:rPr lang="en-US" b="1"/>
              <a:t> AI Agent </a:t>
            </a:r>
            <a:r>
              <a:rPr lang="en-US"/>
              <a:t>- Processes user input using Granite models to generate personalized nutrition insights and recommendations. </a:t>
            </a:r>
          </a:p>
          <a:p>
            <a:endParaRPr lang="en-US"/>
          </a:p>
          <a:p>
            <a:r>
              <a:rPr lang="en-US" b="1"/>
              <a:t>3) Name of IBM Granite model - </a:t>
            </a:r>
            <a:r>
              <a:rPr lang="en-US"/>
              <a:t>Granite-4.0-8B-Instruct → Fast, efficient for real-time diet recommendations</a:t>
            </a:r>
          </a:p>
          <a:p>
            <a:endParaRPr lang="en-US"/>
          </a:p>
          <a:p>
            <a:r>
              <a:rPr lang="en-US" b="1"/>
              <a:t>4) Chat output -</a:t>
            </a:r>
            <a:r>
              <a:rPr lang="en-US"/>
              <a:t>Displays AI-generated responses such as diet plans, nutritional analysis, and health suggestions. </a:t>
            </a:r>
          </a:p>
          <a:p>
            <a:endParaRPr lang="en-US"/>
          </a:p>
          <a:p>
            <a:r>
              <a:rPr lang="en-US" b="1"/>
              <a:t>5) </a:t>
            </a:r>
            <a:r>
              <a:rPr lang="en-US" b="1">
                <a:highlight>
                  <a:srgbClr val="FFFF00"/>
                </a:highlight>
              </a:rPr>
              <a:t>File component - </a:t>
            </a:r>
            <a:r>
              <a:rPr lang="en-US">
                <a:highlight>
                  <a:srgbClr val="FFFF00"/>
                </a:highlight>
              </a:rPr>
              <a:t>Stores and retrieves user data, meal logs, and nutritional datasets for analysis and tracking.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6) </a:t>
            </a:r>
            <a:r>
              <a:rPr lang="en-US">
                <a:highlight>
                  <a:srgbClr val="FFFF00"/>
                </a:highlight>
              </a:rPr>
              <a:t>Add name of any other component used.</a:t>
            </a:r>
          </a:p>
          <a:p>
            <a:pPr marL="342900" indent="-342900">
              <a:buAutoNum type="arabicParenR" startAt="3"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workflow -</a:t>
            </a:r>
            <a:endParaRPr sz="2400" b="1"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EB5FC3-5F23-08F7-270E-DD62ACE7B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7" y="1028771"/>
            <a:ext cx="11277726" cy="539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97296-A04E-E2B1-9484-C591140FA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" y="1075275"/>
            <a:ext cx="11401046" cy="54594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Nutrition Agent</a:t>
            </a:r>
          </a:p>
          <a:p>
            <a:r>
              <a:rPr lang="en-US" b="1"/>
              <a:t>Agentic AI</a:t>
            </a:r>
            <a:r>
              <a:rPr lang="en-US"/>
              <a:t> enables the Nutrition Agent to function as an intelligent, autonomous system rather than a simple chatbot. Using </a:t>
            </a:r>
            <a:r>
              <a:rPr lang="en-US" b="1"/>
              <a:t>IBM watsonx.ai</a:t>
            </a:r>
            <a:r>
              <a:rPr lang="en-US"/>
              <a:t> and </a:t>
            </a:r>
            <a:r>
              <a:rPr lang="en-US" b="1"/>
              <a:t>IBM Granite models</a:t>
            </a:r>
            <a:r>
              <a:rPr lang="en-US"/>
              <a:t>, it coordinates multiple specialized agents to deliver personalized nutrition guidance.</a:t>
            </a:r>
          </a:p>
          <a:p>
            <a:r>
              <a:rPr lang="en-US"/>
              <a:t>Each agent performs a specific role—such as retrieving nutritional data, generating diet plans, providing health advice, and analyzing food logs—while working collaboratively. This </a:t>
            </a:r>
            <a:r>
              <a:rPr lang="en-US" b="1"/>
              <a:t>multi-agent approach</a:t>
            </a:r>
            <a:r>
              <a:rPr lang="en-US"/>
              <a:t> ensures efficient task execution and accurate results.</a:t>
            </a:r>
          </a:p>
          <a:p>
            <a:r>
              <a:rPr lang="en-US"/>
              <a:t>Agentic AI also brings </a:t>
            </a:r>
            <a:r>
              <a:rPr lang="en-US" b="1"/>
              <a:t>context awareness</a:t>
            </a:r>
            <a:r>
              <a:rPr lang="en-US"/>
              <a:t>, understanding user details like age, health conditions, and fitness goals to generate tailored recommendations. It supports </a:t>
            </a:r>
            <a:r>
              <a:rPr lang="en-US" b="1"/>
              <a:t>real-time adaptation</a:t>
            </a:r>
            <a:r>
              <a:rPr lang="en-US"/>
              <a:t>, continuously updating suggestions based on user inputs like daily meals.</a:t>
            </a:r>
          </a:p>
          <a:p>
            <a:r>
              <a:rPr lang="en-US"/>
              <a:t>Additionally, agents communicate with each other, enabling better decision-making and improved outcomes.</a:t>
            </a:r>
          </a:p>
          <a:p>
            <a:r>
              <a:rPr lang="en-US"/>
              <a:t>Overall, Agentic AI makes the system proactive, personalized, and goal-driven, acting like a </a:t>
            </a:r>
            <a:r>
              <a:rPr lang="en-US" b="1"/>
              <a:t>smart digital nutritionist</a:t>
            </a:r>
            <a:r>
              <a:rPr lang="en-US"/>
              <a:t> that helps users maintain a healthy lifestyle.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9AF1D-88C4-87E5-74DF-4E97121E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0" y="2453592"/>
            <a:ext cx="5095875" cy="285750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1444F5-0692-DD67-1759-70821E53B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601" y="2451181"/>
            <a:ext cx="5724525" cy="285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946297"/>
            <a:ext cx="113019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Agentic AI Shopping Companion:</a:t>
            </a:r>
            <a:r>
              <a:rPr lang="en-US" sz="1800" dirty="0"/>
              <a:t> Unlike traditional recommendation systems, </a:t>
            </a:r>
            <a:r>
              <a:rPr lang="en-US" sz="1800" dirty="0" err="1"/>
              <a:t>ShopWise</a:t>
            </a:r>
            <a:r>
              <a:rPr lang="en-US" sz="1800" dirty="0"/>
              <a:t> AI acts as an intelligent shopping companion that understands user intent, reasons through multiple options, and provides personalized purchase guidance. </a:t>
            </a:r>
          </a:p>
          <a:p>
            <a:r>
              <a:rPr lang="en-US" sz="1800" b="1" dirty="0"/>
              <a:t>Unified Multi-Source Intelligence:</a:t>
            </a:r>
            <a:r>
              <a:rPr lang="en-US" sz="1800" dirty="0"/>
              <a:t> The agent aggregates </a:t>
            </a:r>
            <a:r>
              <a:rPr lang="en-US" sz="1800" b="1" dirty="0"/>
              <a:t>product details, prices, ratings, reviews, and seller information</a:t>
            </a:r>
            <a:r>
              <a:rPr lang="en-US" sz="1800" dirty="0"/>
              <a:t> from multiple trusted sources, eliminating the need for users to manually compare products across different platforms.</a:t>
            </a:r>
          </a:p>
          <a:p>
            <a:r>
              <a:rPr lang="en-US" sz="1800" b="1" dirty="0"/>
              <a:t>Multimodal Product Discovery:</a:t>
            </a:r>
            <a:r>
              <a:rPr lang="en-US" sz="1800" dirty="0"/>
              <a:t> Users can search for products using </a:t>
            </a:r>
            <a:r>
              <a:rPr lang="en-US" sz="1800" b="1" dirty="0"/>
              <a:t>text, voice, or images</a:t>
            </a:r>
            <a:r>
              <a:rPr lang="en-US" sz="1800" dirty="0"/>
              <a:t>, making product discovery faster, more intuitive, and accessible.</a:t>
            </a:r>
          </a:p>
          <a:p>
            <a:r>
              <a:rPr lang="en-US" sz="1800" b="1" dirty="0"/>
              <a:t>Predictive Shopping Insights:</a:t>
            </a:r>
            <a:r>
              <a:rPr lang="en-US" sz="1800" dirty="0"/>
              <a:t> Beyond recommendations, the agent analyzes </a:t>
            </a:r>
            <a:r>
              <a:rPr lang="en-US" sz="1800" b="1" dirty="0"/>
              <a:t>price trends, seasonal discounts, and market patterns</a:t>
            </a:r>
            <a:r>
              <a:rPr lang="en-US" sz="1800" dirty="0"/>
              <a:t> to suggest the optimal time to purchase and maximize savings. </a:t>
            </a:r>
          </a:p>
          <a:p>
            <a:r>
              <a:rPr lang="en-US" sz="1800" b="1" dirty="0"/>
              <a:t>Trust &amp; Transparency:</a:t>
            </a:r>
            <a:r>
              <a:rPr lang="en-US" sz="1800" dirty="0"/>
              <a:t> The solution detects </a:t>
            </a:r>
            <a:r>
              <a:rPr lang="en-US" sz="1800" b="1" dirty="0"/>
              <a:t>potentially fake reviews</a:t>
            </a:r>
            <a:r>
              <a:rPr lang="en-US" sz="1800" dirty="0"/>
              <a:t>, highlights review sentiment, and clearly explains why a product is recommended, helping users make informed decisions.</a:t>
            </a:r>
          </a:p>
          <a:p>
            <a:r>
              <a:rPr lang="en-US" sz="1800" b="1" dirty="0"/>
              <a:t>Personalized &amp; Sustainable Recommendations:</a:t>
            </a:r>
            <a:r>
              <a:rPr lang="en-US" sz="1800" dirty="0"/>
              <a:t> </a:t>
            </a:r>
            <a:r>
              <a:rPr lang="en-US" sz="1800" dirty="0" err="1"/>
              <a:t>ShopWise</a:t>
            </a:r>
            <a:r>
              <a:rPr lang="en-US" sz="1800" dirty="0"/>
              <a:t> AI tailors recommendations based on </a:t>
            </a:r>
            <a:r>
              <a:rPr lang="en-US" sz="1800" b="1" dirty="0"/>
              <a:t>budget, preferences, shopping intent, and sustainability goals</a:t>
            </a:r>
            <a:r>
              <a:rPr lang="en-US" sz="1800" dirty="0"/>
              <a:t>, while also suggesting eco-friendly alternatives. </a:t>
            </a:r>
            <a:r>
              <a:rPr lang="en-US" sz="1800" b="1" dirty="0"/>
              <a:t>Interactive Shopping Dashboard:</a:t>
            </a:r>
            <a:r>
              <a:rPr lang="en-US" sz="1800" dirty="0"/>
              <a:t> A centralized dashboard provides </a:t>
            </a:r>
            <a:r>
              <a:rPr lang="en-US" sz="1800" b="1" dirty="0"/>
              <a:t>product comparisons, price analysis, sustainability scores, trending products, and personalized shopping lists</a:t>
            </a:r>
            <a:r>
              <a:rPr lang="en-US" sz="1800" dirty="0"/>
              <a:t>, delivering all essential shopping insights in one place.</a:t>
            </a:r>
          </a:p>
          <a:p>
            <a:r>
              <a:rPr lang="en-US" sz="1800" b="1" dirty="0"/>
              <a:t>IBM-Powered Agentic Workflow:</a:t>
            </a:r>
            <a:r>
              <a:rPr lang="en-US" sz="1800" dirty="0"/>
              <a:t> Built with </a:t>
            </a:r>
            <a:r>
              <a:rPr lang="en-US" sz="1800" b="1" dirty="0"/>
              <a:t>IBM </a:t>
            </a:r>
            <a:r>
              <a:rPr lang="en-US" sz="1800" b="1" dirty="0" err="1"/>
              <a:t>Langflow</a:t>
            </a:r>
            <a:r>
              <a:rPr lang="en-US" sz="1800" b="1" dirty="0"/>
              <a:t>/IBM Orchestrate</a:t>
            </a:r>
            <a:r>
              <a:rPr lang="en-US" sz="1800" dirty="0"/>
              <a:t> and </a:t>
            </a:r>
            <a:r>
              <a:rPr lang="en-US" sz="1800" b="1" dirty="0"/>
              <a:t>IBM Foundation Models</a:t>
            </a:r>
            <a:r>
              <a:rPr lang="en-US" sz="1800" dirty="0"/>
              <a:t>, the solution combines </a:t>
            </a:r>
            <a:r>
              <a:rPr lang="en-US" sz="1800" b="1" dirty="0"/>
              <a:t>RAG, AI reasoning, and orchestration</a:t>
            </a:r>
            <a:r>
              <a:rPr lang="en-US" sz="1800" dirty="0"/>
              <a:t> to deliver accurate, explainable, and context-aware shopping assistance.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latin typeface="Times New Roman"/>
                <a:ea typeface="Times New Roman"/>
                <a:cs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2) yourproblemstatement.pdf file  3) your projectpresntation.pptx file 4)any other files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054654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b="1" dirty="0"/>
              <a:t>AI Price Prediction:</a:t>
            </a:r>
            <a:r>
              <a:rPr lang="en-US" sz="1600" dirty="0"/>
              <a:t> Enhance the agent with advanced machine learning models to accurately predict future price drops, seasonal discounts, and the best time to purchase products.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b="1" dirty="0"/>
              <a:t>Cross-Platform Purchase Integration:</a:t>
            </a:r>
            <a:r>
              <a:rPr lang="en-US" sz="1600" dirty="0"/>
              <a:t> Enable direct integration with multiple e-commerce platforms, allowing users to compare products, add items to carts, and complete purchases from a single interface.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b="1" dirty="0"/>
              <a:t>Personalized Shopping Memory:</a:t>
            </a:r>
            <a:r>
              <a:rPr lang="en-US" sz="1600" dirty="0"/>
              <a:t> Build long-term user profiles to learn shopping habits, favorite brands, preferred price ranges, and past purchases for even more personalized recommendations. </a:t>
            </a:r>
            <a:r>
              <a:rPr lang="en-US" sz="1600" b="1" dirty="0"/>
              <a:t>AR-Based Product Visualization:</a:t>
            </a:r>
            <a:r>
              <a:rPr lang="en-US" sz="1600" dirty="0"/>
              <a:t> Integrate Augmented Reality (AR) to let users virtually try products such as furniture, home décor, eyewear, or apparel before purchasing.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b="1" dirty="0"/>
              <a:t>Smart Notifications:</a:t>
            </a:r>
            <a:r>
              <a:rPr lang="en-US" sz="1600" dirty="0"/>
              <a:t> Provide real-time alerts for price drops, stock availability, flash sales, warranty expirations, and personalized promotional offers.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dirty="0"/>
              <a:t> </a:t>
            </a:r>
            <a:r>
              <a:rPr lang="en-US" sz="1600" b="1" dirty="0"/>
              <a:t>Enhanced Sustainability Insights:</a:t>
            </a:r>
            <a:r>
              <a:rPr lang="en-US" sz="1600" dirty="0"/>
              <a:t> Expand sustainability analysis by including carbon footprint estimates, ethical sourcing information, recyclable packaging, and eco-friendly product comparisons.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B299F4-EDB1-0BC5-D3C1-9E2136AC5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10" y="2099456"/>
            <a:ext cx="5424087" cy="42259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DFCD09-F9F6-0C29-4423-CA841B41D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3" y="2088573"/>
            <a:ext cx="5424088" cy="423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69AABC-9AE7-96A6-D997-FD9252835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141" y="1477578"/>
            <a:ext cx="8698186" cy="529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80470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1506</Words>
  <Application>Microsoft Office PowerPoint</Application>
  <PresentationFormat>Widescreen</PresentationFormat>
  <Paragraphs>112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Nakshatra Kodam</cp:lastModifiedBy>
  <cp:revision>17</cp:revision>
  <dcterms:created xsi:type="dcterms:W3CDTF">2025-07-08T05:06:56Z</dcterms:created>
  <dcterms:modified xsi:type="dcterms:W3CDTF">2026-07-18T06:14:09Z</dcterms:modified>
</cp:coreProperties>
</file>